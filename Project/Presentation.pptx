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72" r:id="rId3"/>
    <p:sldId id="273" r:id="rId4"/>
    <p:sldId id="275" r:id="rId5"/>
    <p:sldId id="274" r:id="rId6"/>
    <p:sldId id="276" r:id="rId7"/>
    <p:sldId id="279" r:id="rId8"/>
    <p:sldId id="277" r:id="rId9"/>
    <p:sldId id="278" r:id="rId10"/>
    <p:sldId id="280" r:id="rId11"/>
    <p:sldId id="281" r:id="rId12"/>
    <p:sldId id="282" r:id="rId13"/>
    <p:sldId id="283" r:id="rId14"/>
    <p:sldId id="284" r:id="rId15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43B687-A76E-441B-8A0A-9907776C011C}" v="19" dt="2025-10-22T01:05:51.1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fonso Duarte" userId="f1a960851f587191" providerId="LiveId" clId="{46D14D1A-50E6-400A-8836-C64EDA333A06}"/>
    <pc:docChg chg="undo custSel modSld sldOrd">
      <pc:chgData name="Afonso Duarte" userId="f1a960851f587191" providerId="LiveId" clId="{46D14D1A-50E6-400A-8836-C64EDA333A06}" dt="2025-10-22T01:05:56.120" v="73" actId="1076"/>
      <pc:docMkLst>
        <pc:docMk/>
      </pc:docMkLst>
      <pc:sldChg chg="modSp mod">
        <pc:chgData name="Afonso Duarte" userId="f1a960851f587191" providerId="LiveId" clId="{46D14D1A-50E6-400A-8836-C64EDA333A06}" dt="2025-10-22T00:40:52.352" v="23" actId="790"/>
        <pc:sldMkLst>
          <pc:docMk/>
          <pc:sldMk cId="2020280425" sldId="272"/>
        </pc:sldMkLst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2020280425" sldId="272"/>
            <ac:spMk id="2" creationId="{00000000-0000-0000-0000-000000000000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2020280425" sldId="272"/>
            <ac:spMk id="3" creationId="{00000000-0000-0000-0000-000000000000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2020280425" sldId="272"/>
            <ac:spMk id="10" creationId="{E91DC736-0EF8-4F87-9146-EBF1D2EE4D3D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2020280425" sldId="272"/>
            <ac:spMk id="12" creationId="{097CD68E-23E3-4007-8847-CD0944C4F7BE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2020280425" sldId="272"/>
            <ac:spMk id="14" creationId="{AF2F604E-43BE-4DC3-B983-E071523364F8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2020280425" sldId="272"/>
            <ac:spMk id="16" creationId="{08C9B587-E65E-4B52-B37C-ABEBB6E87928}"/>
          </ac:spMkLst>
        </pc:spChg>
      </pc:sldChg>
      <pc:sldChg chg="addSp delSp modSp mod">
        <pc:chgData name="Afonso Duarte" userId="f1a960851f587191" providerId="LiveId" clId="{46D14D1A-50E6-400A-8836-C64EDA333A06}" dt="2025-10-22T00:43:45.118" v="44" actId="12"/>
        <pc:sldMkLst>
          <pc:docMk/>
          <pc:sldMk cId="1798169863" sldId="273"/>
        </pc:sldMkLst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1798169863" sldId="273"/>
            <ac:spMk id="2" creationId="{FD222B08-DEAD-E5F1-A944-162AA4640FD2}"/>
          </ac:spMkLst>
        </pc:spChg>
        <pc:spChg chg="del mod">
          <ac:chgData name="Afonso Duarte" userId="f1a960851f587191" providerId="LiveId" clId="{46D14D1A-50E6-400A-8836-C64EDA333A06}" dt="2025-10-22T00:39:54.502" v="3" actId="478"/>
          <ac:spMkLst>
            <pc:docMk/>
            <pc:sldMk cId="1798169863" sldId="273"/>
            <ac:spMk id="3" creationId="{367486E0-D9DD-4D28-00B3-822B9182BF98}"/>
          </ac:spMkLst>
        </pc:spChg>
        <pc:spChg chg="add mod">
          <ac:chgData name="Afonso Duarte" userId="f1a960851f587191" providerId="LiveId" clId="{46D14D1A-50E6-400A-8836-C64EDA333A06}" dt="2025-10-22T00:43:45.118" v="44" actId="12"/>
          <ac:spMkLst>
            <pc:docMk/>
            <pc:sldMk cId="1798169863" sldId="273"/>
            <ac:spMk id="4" creationId="{6AB95D55-7CA9-D1F0-4654-17A4E24B2008}"/>
          </ac:spMkLst>
        </pc:spChg>
        <pc:spChg chg="add del mod">
          <ac:chgData name="Afonso Duarte" userId="f1a960851f587191" providerId="LiveId" clId="{46D14D1A-50E6-400A-8836-C64EDA333A06}" dt="2025-10-22T00:39:58.272" v="4" actId="478"/>
          <ac:spMkLst>
            <pc:docMk/>
            <pc:sldMk cId="1798169863" sldId="273"/>
            <ac:spMk id="6" creationId="{411AF290-815C-A2B6-FEAD-F926B62C848B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1798169863" sldId="273"/>
            <ac:spMk id="8" creationId="{DAF1966E-FD40-4A4A-B61B-C4DF7FA05F06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1798169863" sldId="273"/>
            <ac:spMk id="10" creationId="{047BFA19-D45E-416B-A404-7AF2F3F27017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1798169863" sldId="273"/>
            <ac:spMk id="12" creationId="{8E0105E7-23DB-4CF2-8258-FF47C7620F6E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1798169863" sldId="273"/>
            <ac:spMk id="14" creationId="{074B4F7D-14B2-478B-8BF5-01E4E0C5D263}"/>
          </ac:spMkLst>
        </pc:spChg>
      </pc:sldChg>
      <pc:sldChg chg="modSp mod">
        <pc:chgData name="Afonso Duarte" userId="f1a960851f587191" providerId="LiveId" clId="{46D14D1A-50E6-400A-8836-C64EDA333A06}" dt="2025-10-22T00:50:23.579" v="57" actId="1076"/>
        <pc:sldMkLst>
          <pc:docMk/>
          <pc:sldMk cId="2859347578" sldId="274"/>
        </pc:sldMkLst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2859347578" sldId="274"/>
            <ac:spMk id="2" creationId="{572465C3-7E3A-EB6F-54D6-AFC9C31686C4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2859347578" sldId="274"/>
            <ac:spMk id="16" creationId="{25549E48-55B4-43FA-96F3-A3F777E0F295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2859347578" sldId="274"/>
            <ac:spMk id="18" creationId="{0ADDB668-2CA4-4D2B-9C34-3487CA330BA8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2859347578" sldId="274"/>
            <ac:spMk id="20" creationId="{2568BC19-F052-4108-93E1-6A3D1DEC072F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2859347578" sldId="274"/>
            <ac:spMk id="22" creationId="{D5FD337D-4D6B-4C8B-B6F5-121097E09881}"/>
          </ac:spMkLst>
        </pc:spChg>
        <pc:picChg chg="mod">
          <ac:chgData name="Afonso Duarte" userId="f1a960851f587191" providerId="LiveId" clId="{46D14D1A-50E6-400A-8836-C64EDA333A06}" dt="2025-10-22T00:50:19.676" v="54" actId="14100"/>
          <ac:picMkLst>
            <pc:docMk/>
            <pc:sldMk cId="2859347578" sldId="274"/>
            <ac:picMk id="9" creationId="{660A392F-C15E-20D7-7529-CA4A76CB8C9E}"/>
          </ac:picMkLst>
        </pc:picChg>
        <pc:picChg chg="mod">
          <ac:chgData name="Afonso Duarte" userId="f1a960851f587191" providerId="LiveId" clId="{46D14D1A-50E6-400A-8836-C64EDA333A06}" dt="2025-10-22T00:50:23.579" v="57" actId="1076"/>
          <ac:picMkLst>
            <pc:docMk/>
            <pc:sldMk cId="2859347578" sldId="274"/>
            <ac:picMk id="11" creationId="{ECF7BE14-BA60-512B-AEC1-5E379282C3E2}"/>
          </ac:picMkLst>
        </pc:picChg>
      </pc:sldChg>
      <pc:sldChg chg="modSp mod">
        <pc:chgData name="Afonso Duarte" userId="f1a960851f587191" providerId="LiveId" clId="{46D14D1A-50E6-400A-8836-C64EDA333A06}" dt="2025-10-22T00:50:00.861" v="52" actId="20577"/>
        <pc:sldMkLst>
          <pc:docMk/>
          <pc:sldMk cId="3573676320" sldId="275"/>
        </pc:sldMkLst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573676320" sldId="275"/>
            <ac:spMk id="2" creationId="{17700F77-C983-E78F-464C-4B16AF9A2717}"/>
          </ac:spMkLst>
        </pc:spChg>
        <pc:spChg chg="mod">
          <ac:chgData name="Afonso Duarte" userId="f1a960851f587191" providerId="LiveId" clId="{46D14D1A-50E6-400A-8836-C64EDA333A06}" dt="2025-10-22T00:50:00.861" v="52" actId="20577"/>
          <ac:spMkLst>
            <pc:docMk/>
            <pc:sldMk cId="3573676320" sldId="275"/>
            <ac:spMk id="3" creationId="{A28F8F23-E1A5-5801-FDDF-58691AB6F06A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573676320" sldId="275"/>
            <ac:spMk id="8" creationId="{2029D5AD-8348-4446-B191-6A9B6FE03F21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573676320" sldId="275"/>
            <ac:spMk id="10" creationId="{A3F395A2-2B64-4749-BD93-2F159C7E1FB5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573676320" sldId="275"/>
            <ac:spMk id="12" creationId="{5CF0135B-EAB8-4CA0-896C-2D897ECD28BC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573676320" sldId="275"/>
            <ac:spMk id="14" creationId="{92C3387C-D24F-4737-8A37-1DC5CFF09CFA}"/>
          </ac:spMkLst>
        </pc:spChg>
      </pc:sldChg>
      <pc:sldChg chg="modSp mod">
        <pc:chgData name="Afonso Duarte" userId="f1a960851f587191" providerId="LiveId" clId="{46D14D1A-50E6-400A-8836-C64EDA333A06}" dt="2025-10-22T00:40:52.352" v="23" actId="790"/>
        <pc:sldMkLst>
          <pc:docMk/>
          <pc:sldMk cId="3386540730" sldId="276"/>
        </pc:sldMkLst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386540730" sldId="276"/>
            <ac:spMk id="2" creationId="{3E043E32-D948-1FD5-E096-008F5AFAC8EC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386540730" sldId="276"/>
            <ac:spMk id="12" creationId="{68AF5748-FED8-45BA-8631-26D1D10F3246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386540730" sldId="276"/>
            <ac:spMk id="13" creationId="{B5CCED56-55A9-7071-F8D6-6D26E378BB54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386540730" sldId="276"/>
            <ac:spMk id="14" creationId="{AF2F604E-43BE-4DC3-B983-E071523364F8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386540730" sldId="276"/>
            <ac:spMk id="16" creationId="{08C9B587-E65E-4B52-B37C-ABEBB6E87928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386540730" sldId="276"/>
            <ac:spMk id="17" creationId="{B1877DC6-77D9-669C-DD05-8F09ECB71E96}"/>
          </ac:spMkLst>
        </pc:spChg>
      </pc:sldChg>
      <pc:sldChg chg="modSp mod">
        <pc:chgData name="Afonso Duarte" userId="f1a960851f587191" providerId="LiveId" clId="{46D14D1A-50E6-400A-8836-C64EDA333A06}" dt="2025-10-22T01:04:01.324" v="66" actId="20577"/>
        <pc:sldMkLst>
          <pc:docMk/>
          <pc:sldMk cId="3403054834" sldId="277"/>
        </pc:sldMkLst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403054834" sldId="277"/>
            <ac:spMk id="2" creationId="{9D751291-12F3-6270-C31E-1818E8DD6EB3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403054834" sldId="277"/>
            <ac:spMk id="4" creationId="{539F5613-7FF4-F7F6-7C43-CF0FA77249D3}"/>
          </ac:spMkLst>
        </pc:spChg>
        <pc:spChg chg="mod">
          <ac:chgData name="Afonso Duarte" userId="f1a960851f587191" providerId="LiveId" clId="{46D14D1A-50E6-400A-8836-C64EDA333A06}" dt="2025-10-22T01:04:01.324" v="66" actId="20577"/>
          <ac:spMkLst>
            <pc:docMk/>
            <pc:sldMk cId="3403054834" sldId="277"/>
            <ac:spMk id="11" creationId="{ABA8A5C0-E552-7235-000A-E2311CB3CCE0}"/>
          </ac:spMkLst>
        </pc:spChg>
      </pc:sldChg>
      <pc:sldChg chg="modSp mod">
        <pc:chgData name="Afonso Duarte" userId="f1a960851f587191" providerId="LiveId" clId="{46D14D1A-50E6-400A-8836-C64EDA333A06}" dt="2025-10-22T01:04:19.443" v="68" actId="1076"/>
        <pc:sldMkLst>
          <pc:docMk/>
          <pc:sldMk cId="3329660005" sldId="278"/>
        </pc:sldMkLst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329660005" sldId="278"/>
            <ac:spMk id="2" creationId="{2B0AD053-B18E-0C69-4C59-E396B02BAA4D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329660005" sldId="278"/>
            <ac:spMk id="4" creationId="{D8827F92-5E2A-2E2E-8740-54EB2FBFA872}"/>
          </ac:spMkLst>
        </pc:spChg>
        <pc:spChg chg="mod">
          <ac:chgData name="Afonso Duarte" userId="f1a960851f587191" providerId="LiveId" clId="{46D14D1A-50E6-400A-8836-C64EDA333A06}" dt="2025-10-22T01:04:19.443" v="68" actId="1076"/>
          <ac:spMkLst>
            <pc:docMk/>
            <pc:sldMk cId="3329660005" sldId="278"/>
            <ac:spMk id="7" creationId="{C8E7891F-A99F-D619-754B-879A802436C1}"/>
          </ac:spMkLst>
        </pc:spChg>
      </pc:sldChg>
      <pc:sldChg chg="modSp mod ord">
        <pc:chgData name="Afonso Duarte" userId="f1a960851f587191" providerId="LiveId" clId="{46D14D1A-50E6-400A-8836-C64EDA333A06}" dt="2025-10-22T01:03:36.820" v="64" actId="948"/>
        <pc:sldMkLst>
          <pc:docMk/>
          <pc:sldMk cId="3720105677" sldId="279"/>
        </pc:sldMkLst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720105677" sldId="279"/>
            <ac:spMk id="2" creationId="{05ED50FA-A298-9FE7-D884-3E2642F8AFA9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720105677" sldId="279"/>
            <ac:spMk id="4" creationId="{41567421-318E-11BE-B85E-09AC56258A33}"/>
          </ac:spMkLst>
        </pc:spChg>
        <pc:spChg chg="mod">
          <ac:chgData name="Afonso Duarte" userId="f1a960851f587191" providerId="LiveId" clId="{46D14D1A-50E6-400A-8836-C64EDA333A06}" dt="2025-10-22T01:03:36.820" v="64" actId="948"/>
          <ac:spMkLst>
            <pc:docMk/>
            <pc:sldMk cId="3720105677" sldId="279"/>
            <ac:spMk id="11" creationId="{27C0A113-ED86-BF3D-1B8D-55856250360A}"/>
          </ac:spMkLst>
        </pc:spChg>
      </pc:sldChg>
      <pc:sldChg chg="modSp mod">
        <pc:chgData name="Afonso Duarte" userId="f1a960851f587191" providerId="LiveId" clId="{46D14D1A-50E6-400A-8836-C64EDA333A06}" dt="2025-10-22T00:40:52.352" v="23" actId="790"/>
        <pc:sldMkLst>
          <pc:docMk/>
          <pc:sldMk cId="3559925856" sldId="280"/>
        </pc:sldMkLst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559925856" sldId="280"/>
            <ac:spMk id="2" creationId="{B68DDD29-EE51-781A-6B29-C287A028E0BC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559925856" sldId="280"/>
            <ac:spMk id="3" creationId="{9378FC4C-3A79-DA09-6824-B68DB21F46E2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3559925856" sldId="280"/>
            <ac:spMk id="4" creationId="{D94CE883-457C-FF8C-EB49-31697216400C}"/>
          </ac:spMkLst>
        </pc:spChg>
      </pc:sldChg>
      <pc:sldChg chg="modSp mod">
        <pc:chgData name="Afonso Duarte" userId="f1a960851f587191" providerId="LiveId" clId="{46D14D1A-50E6-400A-8836-C64EDA333A06}" dt="2025-10-22T00:40:52.352" v="23" actId="790"/>
        <pc:sldMkLst>
          <pc:docMk/>
          <pc:sldMk cId="1464975208" sldId="281"/>
        </pc:sldMkLst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1464975208" sldId="281"/>
            <ac:spMk id="2" creationId="{251AB7F7-E271-BEEA-0AF7-A91B688B2A20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1464975208" sldId="281"/>
            <ac:spMk id="4" creationId="{7D347C2B-E6BD-2C21-D48B-76B22AD09143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1464975208" sldId="281"/>
            <ac:spMk id="5" creationId="{11D851CA-B42D-8C15-0AEF-B0E4F6FAA6EE}"/>
          </ac:spMkLst>
        </pc:spChg>
      </pc:sldChg>
      <pc:sldChg chg="modSp mod">
        <pc:chgData name="Afonso Duarte" userId="f1a960851f587191" providerId="LiveId" clId="{46D14D1A-50E6-400A-8836-C64EDA333A06}" dt="2025-10-22T00:40:52.352" v="23" actId="790"/>
        <pc:sldMkLst>
          <pc:docMk/>
          <pc:sldMk cId="1243214271" sldId="282"/>
        </pc:sldMkLst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1243214271" sldId="282"/>
            <ac:spMk id="2" creationId="{7DD75B72-3044-BBCE-7333-1287D5B5AC78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1243214271" sldId="282"/>
            <ac:spMk id="4" creationId="{1DB8B7DB-9832-A30E-38B7-34159092AFD9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1243214271" sldId="282"/>
            <ac:spMk id="7" creationId="{C369C5B9-2D05-7E19-BE46-87B358D9F01B}"/>
          </ac:spMkLst>
        </pc:spChg>
      </pc:sldChg>
      <pc:sldChg chg="modSp mod">
        <pc:chgData name="Afonso Duarte" userId="f1a960851f587191" providerId="LiveId" clId="{46D14D1A-50E6-400A-8836-C64EDA333A06}" dt="2025-10-22T00:40:52.352" v="23" actId="790"/>
        <pc:sldMkLst>
          <pc:docMk/>
          <pc:sldMk cId="2329296190" sldId="283"/>
        </pc:sldMkLst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2329296190" sldId="283"/>
            <ac:spMk id="2" creationId="{5BEC18B9-BC81-1B88-4318-FB3238DC36DF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2329296190" sldId="283"/>
            <ac:spMk id="3" creationId="{39B10CD7-C5DB-09D4-2668-21BF012C3AB9}"/>
          </ac:spMkLst>
        </pc:spChg>
        <pc:spChg chg="mod">
          <ac:chgData name="Afonso Duarte" userId="f1a960851f587191" providerId="LiveId" clId="{46D14D1A-50E6-400A-8836-C64EDA333A06}" dt="2025-10-22T00:40:52.352" v="23" actId="790"/>
          <ac:spMkLst>
            <pc:docMk/>
            <pc:sldMk cId="2329296190" sldId="283"/>
            <ac:spMk id="4" creationId="{EBD350AE-6C6F-4CDF-83EE-D70B1AA5ACDE}"/>
          </ac:spMkLst>
        </pc:spChg>
      </pc:sldChg>
      <pc:sldChg chg="modSp mod">
        <pc:chgData name="Afonso Duarte" userId="f1a960851f587191" providerId="LiveId" clId="{46D14D1A-50E6-400A-8836-C64EDA333A06}" dt="2025-10-22T01:05:56.120" v="73" actId="1076"/>
        <pc:sldMkLst>
          <pc:docMk/>
          <pc:sldMk cId="1272143447" sldId="284"/>
        </pc:sldMkLst>
        <pc:spChg chg="mod">
          <ac:chgData name="Afonso Duarte" userId="f1a960851f587191" providerId="LiveId" clId="{46D14D1A-50E6-400A-8836-C64EDA333A06}" dt="2025-10-22T01:05:47.145" v="70" actId="1076"/>
          <ac:spMkLst>
            <pc:docMk/>
            <pc:sldMk cId="1272143447" sldId="284"/>
            <ac:spMk id="2" creationId="{18DF083F-21EB-1001-A4A8-F4529A4E2D52}"/>
          </ac:spMkLst>
        </pc:spChg>
        <pc:spChg chg="mod">
          <ac:chgData name="Afonso Duarte" userId="f1a960851f587191" providerId="LiveId" clId="{46D14D1A-50E6-400A-8836-C64EDA333A06}" dt="2025-10-22T01:05:51.164" v="71" actId="1076"/>
          <ac:spMkLst>
            <pc:docMk/>
            <pc:sldMk cId="1272143447" sldId="284"/>
            <ac:spMk id="9" creationId="{118D0560-E06A-5BE5-036B-30F3AD6D1640}"/>
          </ac:spMkLst>
        </pc:spChg>
        <pc:picChg chg="mod">
          <ac:chgData name="Afonso Duarte" userId="f1a960851f587191" providerId="LiveId" clId="{46D14D1A-50E6-400A-8836-C64EDA333A06}" dt="2025-10-22T01:05:56.120" v="73" actId="1076"/>
          <ac:picMkLst>
            <pc:docMk/>
            <pc:sldMk cId="1272143447" sldId="284"/>
            <ac:picMk id="7" creationId="{858D7349-82A6-C7F8-509E-64B413C6815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BE420-2734-4604-48F7-3F31271E1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D5532-09BC-801C-42E8-4190714D81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FE40C-1C85-BAA6-AFDD-21FA1A077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29EECC-0A17-4859-8020-02B7AD02251B}" type="datetimeFigureOut">
              <a:rPr lang="pt-PT" smtClean="0"/>
              <a:t>22/10/2025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A8AB8A-51DD-CD60-6435-ABA81B40A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96323C-9A5E-A8E4-D66D-AEC122E3C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68F45-2BAB-47ED-BD64-8B549FE6370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43063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716D0-47A4-1B62-4949-DB6CE7884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CB409-A988-5E9F-2EC7-1D9233215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C403AF-F3DC-84CA-7F5E-E6E2915C4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29EECC-0A17-4859-8020-02B7AD02251B}" type="datetimeFigureOut">
              <a:rPr lang="pt-PT" smtClean="0"/>
              <a:t>22/10/2025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D4EAF-679D-3100-8D74-799392E84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E0CB3-33B4-3BAE-22A1-011944B3E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68F45-2BAB-47ED-BD64-8B549FE6370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59294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F7CB8-BB00-3657-0D77-12FCE0642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760C58-D22B-5F2D-350E-BD9244635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849E2E-F417-29D1-1E1F-72FA60D48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29EECC-0A17-4859-8020-02B7AD02251B}" type="datetimeFigureOut">
              <a:rPr lang="pt-PT" smtClean="0"/>
              <a:t>22/10/2025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93CD8-A830-473C-92F4-921BE9B72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4B275-9A97-D6A4-6F86-DA82FC9B5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68F45-2BAB-47ED-BD64-8B549FE6370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34033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68929-6530-6A5B-B522-7AA1E90C2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4A715-C032-8B47-67CA-D82F840FC8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78EFB0-EB68-A640-8BF1-BDB10E259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F89473-600A-56B5-EC3B-0CB495B07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29EECC-0A17-4859-8020-02B7AD02251B}" type="datetimeFigureOut">
              <a:rPr lang="pt-PT" smtClean="0"/>
              <a:t>22/10/2025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EB9D8B-0FF5-8ACB-EC40-9AF6F2302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2B9500-6968-EC62-71E2-B5D406132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68F45-2BAB-47ED-BD64-8B549FE6370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9036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A2449-549E-EF52-B04F-1D56F801F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2EEF01-B2B5-F6A6-D295-BD18A7DA48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B18D22-1469-B18A-EE89-17069E1A83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D017AF-A3E4-489B-A3F8-03578270A9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9B8531-C2FF-42D6-12AF-64A2725B4A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4B0A1C-E855-48C6-80FF-C6715DEA3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29EECC-0A17-4859-8020-02B7AD02251B}" type="datetimeFigureOut">
              <a:rPr lang="pt-PT" smtClean="0"/>
              <a:t>22/10/2025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D0F0D0-6E6A-B1D7-0CC4-976FABB84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AC5E00-852C-2EA0-21B1-1708B3FE4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68F45-2BAB-47ED-BD64-8B549FE6370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49302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20930-46AF-864E-E77E-AC50F9285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A6AD11-0B52-F7FA-CC42-681A322CC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29EECC-0A17-4859-8020-02B7AD02251B}" type="datetimeFigureOut">
              <a:rPr lang="pt-PT" smtClean="0"/>
              <a:t>22/10/2025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71C4FD-D51C-91B0-CA4C-DFFB1A325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FE1658-218A-E7A2-967B-CE6AB87B6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68F45-2BAB-47ED-BD64-8B549FE6370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51623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EBEB0B-5047-92E7-01C3-472DC6644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29EECC-0A17-4859-8020-02B7AD02251B}" type="datetimeFigureOut">
              <a:rPr lang="pt-PT" smtClean="0"/>
              <a:t>22/10/2025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73EE80-FDAB-5535-DAB6-56E4567D4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AC6D9-A3AD-DF59-EEA5-3A6426326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68F45-2BAB-47ED-BD64-8B549FE6370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8001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6967D-B601-0C33-74FD-FDBCC222C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C8606-49C9-7CDD-769A-CF5F35A717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70EFD7-544D-1851-8397-934B0CCBA2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D27297-57B6-43B8-0279-B62AE1DD6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29EECC-0A17-4859-8020-02B7AD02251B}" type="datetimeFigureOut">
              <a:rPr lang="pt-PT" smtClean="0"/>
              <a:t>22/10/2025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267B76-580F-EFA3-BF75-5C5EB901A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ED383-D810-EDF8-7A85-0059FB7C8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68F45-2BAB-47ED-BD64-8B549FE6370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1016846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F4B0F-F37C-7DDE-4105-095E088CA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8910D2-C8A9-F6C4-61C8-929D0BDEEB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C15B73-953B-A6A0-8E9F-924EDA7310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A68D62-3754-B239-3F8C-3FD6EC3C7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29EECC-0A17-4859-8020-02B7AD02251B}" type="datetimeFigureOut">
              <a:rPr lang="pt-PT" smtClean="0"/>
              <a:t>22/10/2025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0D1AC0-AE70-9F17-0F48-3AB874F10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119DCF-6FD5-4F8D-B7BC-8307010C0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68F45-2BAB-47ED-BD64-8B549FE6370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1051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2707F-76E0-0E94-8856-09B0329EC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E211DB-9F53-A215-4A83-7D2A142C48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2ED4B-A0E7-E3FA-BE8E-CE489D2E3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29EECC-0A17-4859-8020-02B7AD02251B}" type="datetimeFigureOut">
              <a:rPr lang="pt-PT" smtClean="0"/>
              <a:t>22/10/2025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9915A-176C-2ED7-5ADA-3BF768BB8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3A1908-E231-059E-0B06-2157BC8BE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68F45-2BAB-47ED-BD64-8B549FE6370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78529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172952-BAAB-FF8D-AAE7-B31F6A30A6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93017E-03A5-EC47-BD1E-BCD593CAC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DEE85-F153-E661-2DD7-83DDB0A05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29EECC-0A17-4859-8020-02B7AD02251B}" type="datetimeFigureOut">
              <a:rPr lang="pt-PT" smtClean="0"/>
              <a:t>22/10/2025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CEBD39-9904-7732-8D78-7E05ECA53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4A012-10A4-8FCD-9C6D-7D8436599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68F45-2BAB-47ED-BD64-8B549FE6370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04422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 Logo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82391" y="2293620"/>
            <a:ext cx="4427220" cy="2270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354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529F4F-493B-4C3E-B130-A4F7D9220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B44B62-6F54-5DC0-9C85-2B16D30195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03E90-D818-D521-FC68-E428836C7A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29EECC-0A17-4859-8020-02B7AD02251B}" type="datetimeFigureOut">
              <a:rPr lang="pt-PT" smtClean="0"/>
              <a:t>22/10/2025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F89640-7E48-5EC1-85C0-D610C00188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34E2FC-921B-F9D8-A4FC-65EAD6BDC1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368F45-2BAB-47ED-BD64-8B549FE6370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20738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055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5" name="Picture 4" descr="A city skyline with tall buildings&#10;&#10;AI-generated content may be incorrect.">
            <a:extLst>
              <a:ext uri="{FF2B5EF4-FFF2-40B4-BE49-F238E27FC236}">
                <a16:creationId xmlns:a16="http://schemas.microsoft.com/office/drawing/2014/main" id="{84070814-A02B-9855-BB4E-17873E88B0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91" r="23298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400" noProof="0" dirty="0">
                <a:cs typeface="Arial"/>
              </a:rPr>
              <a:t>Predicting Air Quality in Italy Using Fuzzy and</a:t>
            </a:r>
            <a:br>
              <a:rPr lang="en-US" sz="4400" noProof="0" dirty="0">
                <a:cs typeface="Arial"/>
              </a:rPr>
            </a:br>
            <a:r>
              <a:rPr lang="en-US" sz="4400" noProof="0" dirty="0">
                <a:cs typeface="Arial"/>
              </a:rPr>
              <a:t>Neuro-Fuzzy Modelling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 vert="horz" lIns="121920" tIns="60960" rIns="121920" bIns="60960" rtlCol="0">
            <a:normAutofit/>
          </a:bodyPr>
          <a:lstStyle/>
          <a:p>
            <a:pPr algn="l">
              <a:spcBef>
                <a:spcPts val="1333"/>
              </a:spcBef>
            </a:pPr>
            <a:endParaRPr lang="en-US" sz="1700" noProof="0" dirty="0">
              <a:cs typeface="Arial"/>
            </a:endParaRPr>
          </a:p>
          <a:p>
            <a:pPr algn="l">
              <a:spcBef>
                <a:spcPts val="1333"/>
              </a:spcBef>
            </a:pPr>
            <a:r>
              <a:rPr lang="en-US" sz="1700" noProof="0" dirty="0">
                <a:cs typeface="Arial"/>
              </a:rPr>
              <a:t>INTELLIGENT SYSTEMS</a:t>
            </a:r>
            <a:endParaRPr lang="en-US" sz="1700" noProof="0" dirty="0">
              <a:latin typeface="Aptos"/>
              <a:cs typeface="Arial"/>
            </a:endParaRPr>
          </a:p>
          <a:p>
            <a:pPr algn="l">
              <a:spcBef>
                <a:spcPts val="1333"/>
              </a:spcBef>
            </a:pPr>
            <a:r>
              <a:rPr lang="en-US" sz="1700" noProof="0" dirty="0">
                <a:latin typeface="Aptos"/>
                <a:cs typeface="Arial"/>
              </a:rPr>
              <a:t>Afonso Duarte (103913)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0280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222B08-DEAD-E5F1-A944-162AA4640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sz="4000" noProof="0" dirty="0"/>
              <a:t>Introduction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AB95D55-7CA9-D1F0-4654-17A4E24B20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5568" y="2315381"/>
            <a:ext cx="10607040" cy="38862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spcBef>
                <a:spcPts val="600"/>
              </a:spcBef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2400" noProof="0" dirty="0"/>
              <a:t> Rapid urbanization and industrial growth have significantly altered atmospheric composition, leading to increased air pollution.</a:t>
            </a:r>
          </a:p>
          <a:p>
            <a:pPr marL="342900" marR="0" lvl="0" indent="-342900" algn="l" defTabSz="914400" rtl="0" eaLnBrk="0" fontAlgn="base" latinLnBrk="0" hangingPunct="0">
              <a:spcBef>
                <a:spcPts val="1200"/>
              </a:spcBef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2400" noProof="0" dirty="0"/>
              <a:t> Accurate air quality forecasting is essential for effective environmental monitoring and public health protection.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2400" noProof="0" dirty="0"/>
              <a:t>Fuzzy and Neuro-Fuzzy models offer robust tools to handle uncertainty and nonlinear relationships in environmental data.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2400" noProof="0" dirty="0"/>
              <a:t> Main Objective: Compare the performance of Fuzzy, Neuro-Fuzzy, and Deep Learning (LSTM) models for air quality prediction.</a:t>
            </a:r>
          </a:p>
        </p:txBody>
      </p:sp>
    </p:spTree>
    <p:extLst>
      <p:ext uri="{BB962C8B-B14F-4D97-AF65-F5344CB8AC3E}">
        <p14:creationId xmlns:p14="http://schemas.microsoft.com/office/powerpoint/2010/main" val="17981698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0D1A9A-004E-57D8-FE06-7B83308A6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029D5AD-8348-4446-B191-6A9B6FE03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A3F395A2-2B64-4749-BD93-2F159C7E1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1899601"/>
          </a:xfrm>
          <a:custGeom>
            <a:avLst/>
            <a:gdLst>
              <a:gd name="connsiteX0" fmla="*/ 0 w 12188952"/>
              <a:gd name="connsiteY0" fmla="*/ 0 h 1899601"/>
              <a:gd name="connsiteX1" fmla="*/ 12188952 w 12188952"/>
              <a:gd name="connsiteY1" fmla="*/ 0 h 1899601"/>
              <a:gd name="connsiteX2" fmla="*/ 12188952 w 12188952"/>
              <a:gd name="connsiteY2" fmla="*/ 1635106 h 1899601"/>
              <a:gd name="connsiteX3" fmla="*/ 11356325 w 12188952"/>
              <a:gd name="connsiteY3" fmla="*/ 1707615 h 1899601"/>
              <a:gd name="connsiteX4" fmla="*/ 6096001 w 12188952"/>
              <a:gd name="connsiteY4" fmla="*/ 1899601 h 1899601"/>
              <a:gd name="connsiteX5" fmla="*/ 835678 w 12188952"/>
              <a:gd name="connsiteY5" fmla="*/ 1707615 h 1899601"/>
              <a:gd name="connsiteX6" fmla="*/ 0 w 12188952"/>
              <a:gd name="connsiteY6" fmla="*/ 1634841 h 1899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88952" h="1899601">
                <a:moveTo>
                  <a:pt x="0" y="0"/>
                </a:moveTo>
                <a:lnTo>
                  <a:pt x="12188952" y="0"/>
                </a:lnTo>
                <a:lnTo>
                  <a:pt x="12188952" y="1635106"/>
                </a:lnTo>
                <a:lnTo>
                  <a:pt x="11356325" y="1707615"/>
                </a:lnTo>
                <a:cubicBezTo>
                  <a:pt x="9739512" y="1831240"/>
                  <a:pt x="7961919" y="1899601"/>
                  <a:pt x="6096001" y="1899601"/>
                </a:cubicBezTo>
                <a:cubicBezTo>
                  <a:pt x="4230084" y="1899601"/>
                  <a:pt x="2452490" y="1831240"/>
                  <a:pt x="835678" y="1707615"/>
                </a:cubicBezTo>
                <a:lnTo>
                  <a:pt x="0" y="1634841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5CF0135B-EAB8-4CA0-896C-2D897ECD2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890722"/>
          </a:xfrm>
          <a:custGeom>
            <a:avLst/>
            <a:gdLst>
              <a:gd name="connsiteX0" fmla="*/ 0 w 12192000"/>
              <a:gd name="connsiteY0" fmla="*/ 0 h 1890722"/>
              <a:gd name="connsiteX1" fmla="*/ 12192000 w 12192000"/>
              <a:gd name="connsiteY1" fmla="*/ 0 h 1890722"/>
              <a:gd name="connsiteX2" fmla="*/ 12192000 w 12192000"/>
              <a:gd name="connsiteY2" fmla="*/ 1626227 h 1890722"/>
              <a:gd name="connsiteX3" fmla="*/ 11359165 w 12192000"/>
              <a:gd name="connsiteY3" fmla="*/ 1698736 h 1890722"/>
              <a:gd name="connsiteX4" fmla="*/ 6097526 w 12192000"/>
              <a:gd name="connsiteY4" fmla="*/ 1890722 h 1890722"/>
              <a:gd name="connsiteX5" fmla="*/ 835887 w 12192000"/>
              <a:gd name="connsiteY5" fmla="*/ 1698736 h 1890722"/>
              <a:gd name="connsiteX6" fmla="*/ 0 w 12192000"/>
              <a:gd name="connsiteY6" fmla="*/ 1625962 h 1890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1890722">
                <a:moveTo>
                  <a:pt x="0" y="0"/>
                </a:moveTo>
                <a:lnTo>
                  <a:pt x="12192000" y="0"/>
                </a:lnTo>
                <a:lnTo>
                  <a:pt x="12192000" y="1626227"/>
                </a:lnTo>
                <a:lnTo>
                  <a:pt x="11359165" y="1698736"/>
                </a:lnTo>
                <a:cubicBezTo>
                  <a:pt x="9741947" y="1822361"/>
                  <a:pt x="7963910" y="1890722"/>
                  <a:pt x="6097526" y="1890722"/>
                </a:cubicBezTo>
                <a:cubicBezTo>
                  <a:pt x="4231142" y="1890722"/>
                  <a:pt x="2453104" y="1822361"/>
                  <a:pt x="835887" y="1698736"/>
                </a:cubicBezTo>
                <a:lnTo>
                  <a:pt x="0" y="1625962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700F77-C983-E78F-464C-4B16AF9A2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3397"/>
            <a:ext cx="10515600" cy="1273233"/>
          </a:xfrm>
        </p:spPr>
        <p:txBody>
          <a:bodyPr>
            <a:normAutofit/>
          </a:bodyPr>
          <a:lstStyle/>
          <a:p>
            <a:r>
              <a:rPr lang="en-US" sz="4000" noProof="0" dirty="0"/>
              <a:t>Dataset Evaluation a Preparation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C3387C-D24F-4737-8A37-1DC5CFF09C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2452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F8F23-E1A5-5801-FDDF-58691AB6F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78024"/>
            <a:ext cx="10515600" cy="369417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US" sz="2400" dirty="0"/>
              <a:t>Air Quality dataset from the UCI Machine Learning Repository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US" sz="2400" noProof="0" dirty="0"/>
              <a:t>Contains 9,358 hourly measurements collected between March 2004 and February 2005;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US" sz="2400" noProof="0" dirty="0"/>
              <a:t>The original dataset includes 15 numerical attributes: 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2400" noProof="0" dirty="0"/>
              <a:t>Date, Time, CO(GT), PT08.S1(CO), NMHC(GT), C6H6(GT), PT08.S2(NMHC), NOx(GT), PT08.S3(NOx), NO2(GT), PT08.S4(NO2), PT08.S5(O3), T, RH, and AH.</a:t>
            </a:r>
          </a:p>
          <a:p>
            <a:pPr marL="0" indent="0">
              <a:buNone/>
            </a:pPr>
            <a:endParaRPr lang="en-US" sz="2200" noProof="0" dirty="0"/>
          </a:p>
        </p:txBody>
      </p:sp>
    </p:spTree>
    <p:extLst>
      <p:ext uri="{BB962C8B-B14F-4D97-AF65-F5344CB8AC3E}">
        <p14:creationId xmlns:p14="http://schemas.microsoft.com/office/powerpoint/2010/main" val="3573676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5549E48-55B4-43FA-96F3-A3F777E0F2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2465C3-7E3A-EB6F-54D6-AFC9C3168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405575"/>
            <a:ext cx="5001768" cy="13716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noProof="0" dirty="0"/>
              <a:t>Dataset Evaluation and Preparation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2412" y="1067264"/>
            <a:ext cx="1021458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DCF844-B127-5F3E-F8DB-459B5B9B4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48" y="2154563"/>
            <a:ext cx="3703320" cy="3610736"/>
          </a:xfrm>
          <a:prstGeom prst="rect">
            <a:avLst/>
          </a:prstGeom>
        </p:spPr>
      </p:pic>
      <p:pic>
        <p:nvPicPr>
          <p:cNvPr id="9" name="Picture 8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60A392F-C15E-20D7-7529-CA4A76CB8C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2748" y="565679"/>
            <a:ext cx="5747107" cy="3103438"/>
          </a:xfrm>
          <a:prstGeom prst="rect">
            <a:avLst/>
          </a:prstGeom>
        </p:spPr>
      </p:pic>
      <p:pic>
        <p:nvPicPr>
          <p:cNvPr id="11" name="Picture 10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ECF7BE14-BA60-512B-AEC1-5E379282C3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1416" y="3829221"/>
            <a:ext cx="6477050" cy="262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347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DFC2FB-A3A6-3EF5-BC77-A3902AB1C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043E32-D948-1FD5-E096-008F5AFAC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noProof="0" dirty="0"/>
              <a:t>Features</a:t>
            </a:r>
            <a:endParaRPr lang="en-US" sz="4800" kern="1200" noProof="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64238A-A289-24A1-97B3-FD73C74BB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134" y="933359"/>
            <a:ext cx="3055012" cy="545538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CBBD47-1DD7-8A2D-36DB-BF4577BC8FAD}"/>
              </a:ext>
            </a:extLst>
          </p:cNvPr>
          <p:cNvCxnSpPr/>
          <p:nvPr/>
        </p:nvCxnSpPr>
        <p:spPr>
          <a:xfrm flipH="1">
            <a:off x="7466884" y="2658284"/>
            <a:ext cx="15173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5CCED56-55A9-7071-F8D6-6D26E378BB54}"/>
              </a:ext>
            </a:extLst>
          </p:cNvPr>
          <p:cNvSpPr txBox="1"/>
          <p:nvPr/>
        </p:nvSpPr>
        <p:spPr>
          <a:xfrm>
            <a:off x="9130891" y="2262765"/>
            <a:ext cx="28028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Target: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Carcinogenic effects at low concentrations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D970C50-0810-C1B9-09AE-6172887E06BF}"/>
              </a:ext>
            </a:extLst>
          </p:cNvPr>
          <p:cNvCxnSpPr/>
          <p:nvPr/>
        </p:nvCxnSpPr>
        <p:spPr>
          <a:xfrm flipH="1">
            <a:off x="7586459" y="1305441"/>
            <a:ext cx="15173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1877DC6-77D9-669C-DD05-8F09ECB71E96}"/>
              </a:ext>
            </a:extLst>
          </p:cNvPr>
          <p:cNvSpPr txBox="1"/>
          <p:nvPr/>
        </p:nvSpPr>
        <p:spPr>
          <a:xfrm>
            <a:off x="9187162" y="1126344"/>
            <a:ext cx="2802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Not features </a:t>
            </a:r>
          </a:p>
        </p:txBody>
      </p:sp>
    </p:spTree>
    <p:extLst>
      <p:ext uri="{BB962C8B-B14F-4D97-AF65-F5344CB8AC3E}">
        <p14:creationId xmlns:p14="http://schemas.microsoft.com/office/powerpoint/2010/main" val="33865407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43C46-FF76-74FC-217D-19BF78337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D50FA-A298-9FE7-D884-3E2642F8A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969496"/>
          </a:xfrm>
        </p:spPr>
        <p:txBody>
          <a:bodyPr/>
          <a:lstStyle/>
          <a:p>
            <a:r>
              <a:rPr lang="en-US" noProof="0" dirty="0"/>
              <a:t>Evaluation of Each Model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567421-318E-11BE-B85E-09AC56258A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140204"/>
            <a:ext cx="9483655" cy="439185"/>
          </a:xfrm>
        </p:spPr>
        <p:txBody>
          <a:bodyPr/>
          <a:lstStyle/>
          <a:p>
            <a:r>
              <a:rPr lang="en-US" noProof="0" dirty="0"/>
              <a:t>ANFIS model</a:t>
            </a: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27C0A113-ED86-BF3D-1B8D-5585625036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6612" y="2452536"/>
            <a:ext cx="4928083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ts val="1200"/>
              </a:spcBef>
              <a:spcAft>
                <a:spcPct val="0"/>
              </a:spcAft>
              <a:buFontTx/>
              <a:buChar char="•"/>
            </a:pPr>
            <a:r>
              <a:rPr lang="en-US" sz="2400" b="1" noProof="0" dirty="0"/>
              <a:t> ANFIS Architecture:</a:t>
            </a:r>
            <a:r>
              <a:rPr lang="en-US" sz="2400" noProof="0" dirty="0"/>
              <a:t> First-order Takagi–</a:t>
            </a:r>
            <a:r>
              <a:rPr lang="en-US" sz="2400" noProof="0" dirty="0" err="1"/>
              <a:t>Sugeno</a:t>
            </a:r>
            <a:r>
              <a:rPr lang="en-US" sz="2400" noProof="0" dirty="0"/>
              <a:t>–Kang (TSK) structure with five Gaussian membership functions per input, combining fuzzy rules with linear consequents to model nonlinear relationships while maintaining interpretability.</a:t>
            </a:r>
            <a:endParaRPr kumimoji="0" lang="en-US" sz="1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 descr="A diagram of a machine learning&#10;&#10;AI-generated content may be incorrect.">
            <a:extLst>
              <a:ext uri="{FF2B5EF4-FFF2-40B4-BE49-F238E27FC236}">
                <a16:creationId xmlns:a16="http://schemas.microsoft.com/office/drawing/2014/main" id="{61F93F47-AE8A-62F7-F839-88066D096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4679" y="1140204"/>
            <a:ext cx="4945401" cy="5352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105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51291-12F3-6270-C31E-1818E8DD6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969496"/>
          </a:xfrm>
        </p:spPr>
        <p:txBody>
          <a:bodyPr/>
          <a:lstStyle/>
          <a:p>
            <a:r>
              <a:rPr lang="en-US" noProof="0" dirty="0"/>
              <a:t>Evaluation of Each Model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9F5613-7FF4-F7F6-7C43-CF0FA77249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140204"/>
            <a:ext cx="9483655" cy="439185"/>
          </a:xfrm>
        </p:spPr>
        <p:txBody>
          <a:bodyPr/>
          <a:lstStyle/>
          <a:p>
            <a:r>
              <a:rPr lang="en-US" noProof="0" dirty="0"/>
              <a:t>Fuzzy Model Optimized with Least Squares</a:t>
            </a: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ABA8A5C0-E552-7235-000A-E2311CB3C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6612" y="2831521"/>
            <a:ext cx="5374274" cy="2092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2400" noProof="0" dirty="0"/>
              <a:t> Fuzzy rules generated via Fuzzy C-Means and Gaussian MFs initialized and rule outputs trained using Least Squares regression.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2400" noProof="0" dirty="0"/>
              <a:t> RMSE = 0.2196; </a:t>
            </a:r>
            <a:endParaRPr kumimoji="0" lang="en-US" sz="1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3" name="Picture 12" descr="A graph with a line drawn on it&#10;&#10;AI-generated content may be incorrect.">
            <a:extLst>
              <a:ext uri="{FF2B5EF4-FFF2-40B4-BE49-F238E27FC236}">
                <a16:creationId xmlns:a16="http://schemas.microsoft.com/office/drawing/2014/main" id="{8A7E7967-342C-BCCB-22A9-BBE00F9C3F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7889" y="1579389"/>
            <a:ext cx="5114021" cy="4973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0548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6E32F-0591-9D2F-386A-CAD2371D9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33CA324-E399-58EA-0686-EC168A8AC8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140204"/>
            <a:ext cx="5957045" cy="55589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0AD053-B18E-0C69-4C59-E396B02BA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969496"/>
          </a:xfrm>
        </p:spPr>
        <p:txBody>
          <a:bodyPr/>
          <a:lstStyle/>
          <a:p>
            <a:r>
              <a:rPr lang="en-US" noProof="0" dirty="0"/>
              <a:t>Evaluation of Each Model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827F92-5E2A-2E2E-8740-54EB2FBFA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140204"/>
            <a:ext cx="9483655" cy="439185"/>
          </a:xfrm>
        </p:spPr>
        <p:txBody>
          <a:bodyPr/>
          <a:lstStyle/>
          <a:p>
            <a:r>
              <a:rPr lang="en-US" noProof="0" dirty="0"/>
              <a:t>ANFIS model Hybrid Optimization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8E7891F-A99F-D619-754B-879A802436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6612" y="1502688"/>
            <a:ext cx="5345527" cy="5355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2400" noProof="0" dirty="0"/>
              <a:t> Antecedent parameters (membership functions) initialized via Fuzzy C-Means clustering; training alternates between gradient descent for antecedents and least squares for consequent (linear) parameters.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2400" noProof="0" dirty="0"/>
              <a:t> Learning rate of 0.001, batch size of 32, and 10 hybrid iterations (each with 20 GD epochs), enabling efficient convergence and high predictive accuracy.</a:t>
            </a:r>
          </a:p>
          <a:p>
            <a:pPr eaLnBrk="0" fontAlgn="base" hangingPunct="0">
              <a:spcBef>
                <a:spcPts val="1200"/>
              </a:spcBef>
              <a:spcAft>
                <a:spcPct val="0"/>
              </a:spcAft>
              <a:buFontTx/>
              <a:buChar char="•"/>
            </a:pPr>
            <a:r>
              <a:rPr lang="en-US" sz="2400" noProof="0" dirty="0"/>
              <a:t> RMSE = 0.1911;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sz="2400" noProof="0" dirty="0"/>
          </a:p>
        </p:txBody>
      </p:sp>
    </p:spTree>
    <p:extLst>
      <p:ext uri="{BB962C8B-B14F-4D97-AF65-F5344CB8AC3E}">
        <p14:creationId xmlns:p14="http://schemas.microsoft.com/office/powerpoint/2010/main" val="3329660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B6D00-83AB-EBCB-1A61-4C87EE3D0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DDD29-EE51-781A-6B29-C287A028E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969496"/>
          </a:xfrm>
        </p:spPr>
        <p:txBody>
          <a:bodyPr/>
          <a:lstStyle/>
          <a:p>
            <a:r>
              <a:rPr lang="en-US" noProof="0" dirty="0"/>
              <a:t>Evaluation of Each Model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4CE883-457C-FF8C-EB49-3169721640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140204"/>
            <a:ext cx="9483655" cy="439185"/>
          </a:xfrm>
        </p:spPr>
        <p:txBody>
          <a:bodyPr/>
          <a:lstStyle/>
          <a:p>
            <a:r>
              <a:rPr lang="en-US" noProof="0" dirty="0"/>
              <a:t>ANFIS model Fully Neural Optimization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9378FC4C-3A79-DA09-6824-B68DB21F46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6612" y="1611987"/>
            <a:ext cx="5617198" cy="44627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2400" noProof="0" dirty="0"/>
              <a:t> All parameters (membership functions and consequents) are jointly optimized using backpropagation with the Adam optimizer, without clustering-based initialization (random MF initialization).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2400" noProof="0" dirty="0"/>
              <a:t> Same architecture as the hybrid ANFIS; trained for 100 epochs with learning rate 0.001 and batch size 32, monitoring training and validation losses to ensure convergence.</a:t>
            </a:r>
          </a:p>
          <a:p>
            <a:pPr lvl="0" eaLnBrk="0" fontAlgn="base" hangingPunct="0">
              <a:spcBef>
                <a:spcPts val="1200"/>
              </a:spcBef>
              <a:spcAft>
                <a:spcPct val="0"/>
              </a:spcAft>
              <a:buFontTx/>
              <a:buChar char="•"/>
            </a:pPr>
            <a:r>
              <a:rPr lang="en-US" sz="2400" noProof="0" dirty="0"/>
              <a:t> RMSE = 0.7982;</a:t>
            </a:r>
          </a:p>
        </p:txBody>
      </p:sp>
      <p:pic>
        <p:nvPicPr>
          <p:cNvPr id="9" name="Picture 8" descr="A graph of training and validation loss curves&#10;&#10;AI-generated content may be incorrect.">
            <a:extLst>
              <a:ext uri="{FF2B5EF4-FFF2-40B4-BE49-F238E27FC236}">
                <a16:creationId xmlns:a16="http://schemas.microsoft.com/office/drawing/2014/main" id="{6858F464-8437-79B1-6460-EF30E295B2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3810" y="1814256"/>
            <a:ext cx="5532599" cy="4198984"/>
          </a:xfrm>
          <a:prstGeom prst="rect">
            <a:avLst/>
          </a:prstGeom>
        </p:spPr>
      </p:pic>
      <p:pic>
        <p:nvPicPr>
          <p:cNvPr id="6" name="Picture 5" descr="A graph with a line and a dotted line&#10;&#10;AI-generated content may be incorrect.">
            <a:extLst>
              <a:ext uri="{FF2B5EF4-FFF2-40B4-BE49-F238E27FC236}">
                <a16:creationId xmlns:a16="http://schemas.microsoft.com/office/drawing/2014/main" id="{D8707ECF-814F-A57E-6713-0293605CA2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3810" y="1002133"/>
            <a:ext cx="5483332" cy="54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925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0D9F8-B6EA-D6AD-91C9-4B3776FC3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AB7F7-E271-BEEA-0AF7-A91B688B2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969496"/>
          </a:xfrm>
        </p:spPr>
        <p:txBody>
          <a:bodyPr/>
          <a:lstStyle/>
          <a:p>
            <a:r>
              <a:rPr lang="en-US" noProof="0" dirty="0"/>
              <a:t>Evaluation of Each Model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347C2B-E6BD-2C21-D48B-76B22AD091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140204"/>
            <a:ext cx="9483655" cy="439185"/>
          </a:xfrm>
        </p:spPr>
        <p:txBody>
          <a:bodyPr/>
          <a:lstStyle/>
          <a:p>
            <a:r>
              <a:rPr lang="en-US" noProof="0" dirty="0"/>
              <a:t>LSTM Training and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1D851CA-B42D-8C15-0AEF-B0E4F6FAA6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6612" y="2056442"/>
            <a:ext cx="5849111" cy="35702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2400" noProof="0" dirty="0"/>
              <a:t>LSTM Architecture: Two-layer network with 128 hidden units per layer, designed to learn temporal dependencies from past sensor data to predict future benzene concentrations.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2400" noProof="0" dirty="0"/>
              <a:t>Training Setup: Input sequences of 10 time steps, trained for 20 epochs using the Adam optimizer and MSE loss (batch size 32, learning rate 0.001).</a:t>
            </a:r>
          </a:p>
        </p:txBody>
      </p:sp>
      <p:pic>
        <p:nvPicPr>
          <p:cNvPr id="8" name="Picture 7" descr="A graph of a training and validation loss&#10;&#10;AI-generated content may be incorrect.">
            <a:extLst>
              <a:ext uri="{FF2B5EF4-FFF2-40B4-BE49-F238E27FC236}">
                <a16:creationId xmlns:a16="http://schemas.microsoft.com/office/drawing/2014/main" id="{10EB2177-F812-C20A-CE3A-B1967C625C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6721" y="1385912"/>
            <a:ext cx="4940410" cy="3886735"/>
          </a:xfrm>
          <a:prstGeom prst="rect">
            <a:avLst/>
          </a:prstGeom>
        </p:spPr>
      </p:pic>
      <p:pic>
        <p:nvPicPr>
          <p:cNvPr id="11" name="Picture 10" descr="A graph with a line and dots&#10;&#10;AI-generated content may be incorrect.">
            <a:extLst>
              <a:ext uri="{FF2B5EF4-FFF2-40B4-BE49-F238E27FC236}">
                <a16:creationId xmlns:a16="http://schemas.microsoft.com/office/drawing/2014/main" id="{04A91930-D8B4-8FC6-943A-A7AB62404C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6721" y="1140204"/>
            <a:ext cx="5151566" cy="5159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975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18FF6-60A7-4534-65BD-7A12CC444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75B72-3044-BBCE-7333-1287D5B5A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969496"/>
          </a:xfrm>
        </p:spPr>
        <p:txBody>
          <a:bodyPr/>
          <a:lstStyle/>
          <a:p>
            <a:r>
              <a:rPr lang="en-US" noProof="0" dirty="0"/>
              <a:t>Evaluation of Each Model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B8B7DB-9832-A30E-38B7-34159092A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140204"/>
            <a:ext cx="9483655" cy="439185"/>
          </a:xfrm>
        </p:spPr>
        <p:txBody>
          <a:bodyPr/>
          <a:lstStyle/>
          <a:p>
            <a:r>
              <a:rPr lang="en-US" noProof="0" dirty="0"/>
              <a:t>FZ-CNN-LSTM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3DBF44-AC6A-02B4-18CE-8E443D9ED2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4782" y="1782859"/>
            <a:ext cx="5645372" cy="3820872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C369C5B9-2D05-7E19-BE46-87B358D9F0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6612" y="2354467"/>
            <a:ext cx="5771323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2400" noProof="0" dirty="0"/>
              <a:t> Integrates fuzzy logic, convolutional, and recurrent components to model nonlinear and time-dependent pollutant </a:t>
            </a:r>
            <a:r>
              <a:rPr lang="en-US" sz="2400" noProof="0" dirty="0" err="1"/>
              <a:t>behaviour</a:t>
            </a:r>
            <a:r>
              <a:rPr lang="en-US" sz="2400" noProof="0" dirty="0"/>
              <a:t>; fuzzy Gaussian memberships convert raw inputs into linguistic features, enhancing interpretability and robustness to uncertainty.</a:t>
            </a:r>
          </a:p>
        </p:txBody>
      </p:sp>
    </p:spTree>
    <p:extLst>
      <p:ext uri="{BB962C8B-B14F-4D97-AF65-F5344CB8AC3E}">
        <p14:creationId xmlns:p14="http://schemas.microsoft.com/office/powerpoint/2010/main" val="1243214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41DAC-E899-ABED-2B96-CC74C8028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C18B9-BC81-1B88-4318-FB3238DC3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969496"/>
          </a:xfrm>
        </p:spPr>
        <p:txBody>
          <a:bodyPr/>
          <a:lstStyle/>
          <a:p>
            <a:r>
              <a:rPr lang="en-US" noProof="0" dirty="0"/>
              <a:t>Evaluation of Each Model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D350AE-6C6F-4CDF-83EE-D70B1AA5AC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140204"/>
            <a:ext cx="9483655" cy="439185"/>
          </a:xfrm>
        </p:spPr>
        <p:txBody>
          <a:bodyPr/>
          <a:lstStyle/>
          <a:p>
            <a:r>
              <a:rPr lang="en-US" noProof="0" dirty="0"/>
              <a:t>FZ-CNN-LSTM Training and Testing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9B10CD7-C5DB-09D4-2668-21BF012C3A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75" y="2651078"/>
            <a:ext cx="6578220" cy="2092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2400" noProof="0" dirty="0"/>
              <a:t> Fixed learning rate of 0.001, batch size 32, sequence length 10, 200 epochs; fuzzy layer initialized with five Gaussian membership functions.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2400" noProof="0" dirty="0"/>
              <a:t> RMSE: 0.4149.</a:t>
            </a:r>
          </a:p>
        </p:txBody>
      </p:sp>
      <p:pic>
        <p:nvPicPr>
          <p:cNvPr id="8" name="Picture 7" descr="A graph of training and validation&#10;&#10;AI-generated content may be incorrect.">
            <a:extLst>
              <a:ext uri="{FF2B5EF4-FFF2-40B4-BE49-F238E27FC236}">
                <a16:creationId xmlns:a16="http://schemas.microsoft.com/office/drawing/2014/main" id="{7B5BDB12-4DA5-A715-C417-F43253751B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0722" y="1570940"/>
            <a:ext cx="5311600" cy="4244708"/>
          </a:xfrm>
          <a:prstGeom prst="rect">
            <a:avLst/>
          </a:prstGeom>
        </p:spPr>
      </p:pic>
      <p:pic>
        <p:nvPicPr>
          <p:cNvPr id="10" name="Picture 9" descr="A graph with a dotted line&#10;&#10;AI-generated content may be incorrect.">
            <a:extLst>
              <a:ext uri="{FF2B5EF4-FFF2-40B4-BE49-F238E27FC236}">
                <a16:creationId xmlns:a16="http://schemas.microsoft.com/office/drawing/2014/main" id="{D3A45CAB-FE45-14A3-58E3-8FC3D33E91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0722" y="1140204"/>
            <a:ext cx="5407672" cy="5439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296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DE286-903C-DB4D-F9B5-204719F50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F083F-21EB-1001-A4A8-F4529A4E2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182716"/>
            <a:ext cx="10168128" cy="1179576"/>
          </a:xfrm>
        </p:spPr>
        <p:txBody>
          <a:bodyPr>
            <a:normAutofit/>
          </a:bodyPr>
          <a:lstStyle/>
          <a:p>
            <a:r>
              <a:rPr lang="en-US" sz="4000" noProof="0" dirty="0"/>
              <a:t>Conclusion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8D7349-82A6-C7F8-509E-64B413C68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6444" y="5081308"/>
            <a:ext cx="3839111" cy="1600423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118D0560-E06A-5BE5-036B-30F3AD6D16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5568" y="984836"/>
            <a:ext cx="10757564" cy="40934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2400" noProof="0" dirty="0"/>
              <a:t>Hybrid Models Lead in Balance: ANFIS and other hybrid approaches achieved the best trade-off between predictive accuracy, interpretability, and computational stability, effectively capturing nonlinear relationships while remaining understandable.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2400" noProof="0" dirty="0"/>
              <a:t>Deep Learning Limitations: LSTM and FL-CNN-LSTM captured temporal dependencies but showed modest accuracy improvements due to limited data, short temporal windows, and sensitivity to noise and overfitting.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2400" noProof="0" dirty="0"/>
              <a:t>Fuzzy Systems’ Robustness: Simpler fuzzy models demonstrated strong resilience to noise and missing data, highlighting that interpretability and reliability can outweigh model complexity in data-constrained scenarios.</a:t>
            </a:r>
          </a:p>
        </p:txBody>
      </p:sp>
    </p:spTree>
    <p:extLst>
      <p:ext uri="{BB962C8B-B14F-4D97-AF65-F5344CB8AC3E}">
        <p14:creationId xmlns:p14="http://schemas.microsoft.com/office/powerpoint/2010/main" val="1272143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664</Words>
  <Application>Microsoft Office PowerPoint</Application>
  <PresentationFormat>Widescreen</PresentationFormat>
  <Paragraphs>51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 Theme</vt:lpstr>
      <vt:lpstr>PowerPoint Presentation</vt:lpstr>
      <vt:lpstr>Predicting Air Quality in Italy Using Fuzzy and Neuro-Fuzzy Modelling</vt:lpstr>
      <vt:lpstr>Introduction</vt:lpstr>
      <vt:lpstr>Dataset Evaluation a Preparation</vt:lpstr>
      <vt:lpstr>Dataset Evaluation and Preparation</vt:lpstr>
      <vt:lpstr>Features</vt:lpstr>
      <vt:lpstr>Evaluation of Each Model</vt:lpstr>
      <vt:lpstr>Evaluation of Each Model</vt:lpstr>
      <vt:lpstr>Evaluation of Each Model</vt:lpstr>
      <vt:lpstr>Evaluation of Each Model</vt:lpstr>
      <vt:lpstr>Evaluation of Each Model</vt:lpstr>
      <vt:lpstr>Evaluation of Each Model</vt:lpstr>
      <vt:lpstr>Evaluation of Each Model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Afonso Duarte</dc:creator>
  <cp:lastModifiedBy>Afonso Duarte</cp:lastModifiedBy>
  <cp:revision>2</cp:revision>
  <dcterms:created xsi:type="dcterms:W3CDTF">2025-10-21T14:56:20Z</dcterms:created>
  <dcterms:modified xsi:type="dcterms:W3CDTF">2025-10-22T01:06:05Z</dcterms:modified>
</cp:coreProperties>
</file>